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9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</a:defRPr>
            </a:pPr>
            <a:r>
              <a:t>Splash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AI 时代的原生 UI 语言 — 让 AI 说人话，让 UI 写自己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2816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</a:defRPr>
            </a:pPr>
            <a:r>
              <a:t>架构层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00275"/>
            <a:ext cx="5303520" cy="6400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599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</a:defRPr>
            </a:pPr>
            <a:r>
              <a:t>AI Agent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45995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C3AED"/>
                </a:solidFill>
              </a:defRPr>
            </a:pPr>
            <a:r>
              <a:t>LLM /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20315"/>
            <a:ext cx="1463040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4774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Natural Language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2520315"/>
            <a:ext cx="1463040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254774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Intent Parser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520315"/>
            <a:ext cx="1463040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254774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Code Generator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977515"/>
            <a:ext cx="5303520" cy="960119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23235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</a:defRPr>
            </a:pPr>
            <a:r>
              <a:t>Splash Script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023235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F46E5"/>
                </a:solidFill>
              </a:defRPr>
            </a:pPr>
            <a:r>
              <a:t>Splash DSL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97555"/>
            <a:ext cx="14630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2498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Script Parser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3297555"/>
            <a:ext cx="14630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332498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Live Compiler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297555"/>
            <a:ext cx="14630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332498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Hot Reload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617595"/>
            <a:ext cx="14630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64502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Widget Builder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3617595"/>
            <a:ext cx="14630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364502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Layout Engine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0" y="3617595"/>
            <a:ext cx="14630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364502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Event Binding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074795"/>
            <a:ext cx="5303520" cy="960119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59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12051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1B3"/>
                </a:solidFill>
              </a:defRPr>
            </a:pPr>
            <a:r>
              <a:t>Makepad 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12051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591B3"/>
                </a:solidFill>
              </a:defRPr>
            </a:pPr>
            <a:r>
              <a:t>Rust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394835"/>
            <a:ext cx="1463040" cy="256032"/>
          </a:xfrm>
          <a:prstGeom prst="roundRect">
            <a:avLst/>
          </a:prstGeom>
          <a:solidFill>
            <a:srgbClr val="059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42226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Widgets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4394835"/>
            <a:ext cx="1463040" cy="256032"/>
          </a:xfrm>
          <a:prstGeom prst="roundRect">
            <a:avLst/>
          </a:prstGeom>
          <a:solidFill>
            <a:srgbClr val="059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442226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Rendering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0" y="4394835"/>
            <a:ext cx="1463040" cy="256032"/>
          </a:xfrm>
          <a:prstGeom prst="roundRect">
            <a:avLst/>
          </a:prstGeom>
          <a:solidFill>
            <a:srgbClr val="059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0" y="442226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Animation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714875"/>
            <a:ext cx="1463040" cy="256032"/>
          </a:xfrm>
          <a:prstGeom prst="roundRect">
            <a:avLst/>
          </a:prstGeom>
          <a:solidFill>
            <a:srgbClr val="059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74230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GPU Shaders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4714875"/>
            <a:ext cx="1463040" cy="256032"/>
          </a:xfrm>
          <a:prstGeom prst="roundRect">
            <a:avLst/>
          </a:prstGeom>
          <a:solidFill>
            <a:srgbClr val="059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94560" y="474230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Layout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0480" y="4714875"/>
            <a:ext cx="1463040" cy="256032"/>
          </a:xfrm>
          <a:prstGeom prst="roundRect">
            <a:avLst/>
          </a:prstGeom>
          <a:solidFill>
            <a:srgbClr val="059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0" y="474230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Events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5172075"/>
            <a:ext cx="5303520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21779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</a:defRPr>
            </a:pPr>
            <a:r>
              <a:t>Platform 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5217795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A580C"/>
                </a:solidFill>
              </a:defRPr>
            </a:pPr>
            <a:r>
              <a:t>Native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492115"/>
            <a:ext cx="731520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51954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macOS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80160" y="5492115"/>
            <a:ext cx="731520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80160" y="551954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Windows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03120" y="5492115"/>
            <a:ext cx="731520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03120" y="551954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Linux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26080" y="5492115"/>
            <a:ext cx="731520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26080" y="551954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iOS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749039" y="5492115"/>
            <a:ext cx="731520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9039" y="551954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Android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0" y="5492115"/>
            <a:ext cx="731520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551954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WASM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184594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</a:defRPr>
            </a:pPr>
            <a:r>
              <a:t>应用场景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00" y="2183130"/>
            <a:ext cx="2743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35040" y="227457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🤖 AI Agent 动态生成界面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869680" y="2183130"/>
            <a:ext cx="2743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61119" y="227457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📊 实时数据仪表盘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0" y="2686050"/>
            <a:ext cx="2743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35040" y="277749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💬 对话式 UI 原型设计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69680" y="2686050"/>
            <a:ext cx="2743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61119" y="277749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📱 跨平台应用快速开发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0" y="320357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</a:defRPr>
            </a:pPr>
            <a:r>
              <a:t>核心技术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943600" y="3509010"/>
            <a:ext cx="2743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35040" y="358216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⚡ 60fps GPU 渲染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63640" y="380161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媲美游戏引擎的流畅动画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869680" y="3509010"/>
            <a:ext cx="2743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61119" y="358216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🦀 Rust 编译原生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19" y="380161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脚本编译为原生代码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0" y="4149090"/>
            <a:ext cx="2743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35040" y="422224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🔄 毫秒级热重载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444169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代码改动即时生效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869680" y="4149090"/>
            <a:ext cx="2743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61119" y="422224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🌍 全平台支持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89719" y="444169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Desktop / Mobile / Web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0" y="478218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</a:defRPr>
            </a:pPr>
            <a:r>
              <a:t>竞争优势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37885" y="5092065"/>
            <a:ext cx="58521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029325" y="5146929"/>
            <a:ext cx="1005840" cy="219456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29325" y="5165217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A580C"/>
                </a:solidFill>
              </a:defRPr>
            </a:pPr>
            <a:r>
              <a:t>vs Figma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72325" y="5165217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F46E5"/>
                </a:solidFill>
              </a:defRPr>
            </a:pPr>
            <a:r>
              <a:t>生成真正可运行的原生应用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937885" y="5476113"/>
            <a:ext cx="58521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029325" y="5530977"/>
            <a:ext cx="1005840" cy="219456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29325" y="554926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A580C"/>
                </a:solidFill>
              </a:defRPr>
            </a:pPr>
            <a:r>
              <a:t>vs Flutter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72325" y="5549265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F46E5"/>
                </a:solidFill>
              </a:defRPr>
            </a:pPr>
            <a:r>
              <a:t>AI-First 架构，动态生成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937885" y="5860161"/>
            <a:ext cx="58521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029325" y="5915024"/>
            <a:ext cx="1005840" cy="219456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29325" y="5933313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A580C"/>
                </a:solidFill>
              </a:defRPr>
            </a:pPr>
            <a:r>
              <a:t>vs React Native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172325" y="5933313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F46E5"/>
                </a:solidFill>
              </a:defRPr>
            </a:pPr>
            <a:r>
              <a:t>纯 Rust 栈，无 JS 桥接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937885" y="6244209"/>
            <a:ext cx="58521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029325" y="6299072"/>
            <a:ext cx="1005840" cy="219456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29325" y="6317361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A580C"/>
                </a:solidFill>
              </a:defRPr>
            </a:pPr>
            <a:r>
              <a:t>vs 传统开发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72325" y="6317361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F46E5"/>
                </a:solidFill>
              </a:defRPr>
            </a:pPr>
            <a:r>
              <a:t>自然语言 → UI，10x 效率</a:t>
            </a:r>
          </a:p>
        </p:txBody>
      </p:sp>
      <p:sp>
        <p:nvSpPr>
          <p:cNvPr id="111" name="Rounded Rectangle 100"/>
          <p:cNvSpPr/>
          <p:nvPr/>
        </p:nvSpPr>
        <p:spPr>
          <a:xfrm>
            <a:off x="274320" y="868045"/>
            <a:ext cx="11430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01"/>
          <p:cNvSpPr txBox="1"/>
          <p:nvPr/>
        </p:nvSpPr>
        <p:spPr>
          <a:xfrm>
            <a:off x="365760" y="941197"/>
            <a:ext cx="112471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Splash 是专为 AI 时代设计的下一代 UI 开发语言。将自然语言理解与原生性能渲染深度融合，让开发者和 AI Agent 通过简单指令实时生成高性能跨平台界面。基于 Makepad 框架和 Rust 语言，在保持脚本灵活性的同时实现</a:t>
            </a:r>
            <a:r>
              <a:rPr lang="zh-CN">
                <a:sym typeface="+mn-ea"/>
              </a:rPr>
              <a:t>与</a:t>
            </a:r>
            <a:r>
              <a:rPr lang="en-US" altLang="zh-CN">
                <a:sym typeface="+mn-ea"/>
              </a:rPr>
              <a:t> Rust </a:t>
            </a:r>
            <a:r>
              <a:rPr lang="zh-CN" altLang="en-US">
                <a:sym typeface="+mn-ea"/>
              </a:rPr>
              <a:t>语言无缝交互</a:t>
            </a:r>
            <a:r>
              <a:t>。</a:t>
            </a:r>
          </a:p>
        </p:txBody>
      </p:sp>
      <p:sp>
        <p:nvSpPr>
          <p:cNvPr id="113" name="TextBox 102"/>
          <p:cNvSpPr txBox="1"/>
          <p:nvPr/>
        </p:nvSpPr>
        <p:spPr>
          <a:xfrm>
            <a:off x="457200" y="1370965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</a:defRPr>
            </a:pPr>
            <a:r>
              <a:t>🤖 AI-First</a:t>
            </a:r>
          </a:p>
        </p:txBody>
      </p:sp>
      <p:sp>
        <p:nvSpPr>
          <p:cNvPr id="114" name="TextBox 103"/>
          <p:cNvSpPr txBox="1"/>
          <p:nvPr/>
        </p:nvSpPr>
        <p:spPr>
          <a:xfrm>
            <a:off x="457200" y="1553845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原生支持 LLM 输出，流式生成渲染</a:t>
            </a:r>
          </a:p>
        </p:txBody>
      </p:sp>
      <p:sp>
        <p:nvSpPr>
          <p:cNvPr id="115" name="TextBox 104"/>
          <p:cNvSpPr txBox="1"/>
          <p:nvPr/>
        </p:nvSpPr>
        <p:spPr>
          <a:xfrm>
            <a:off x="4251960" y="1370965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1B3"/>
                </a:solidFill>
              </a:defRPr>
            </a:pPr>
            <a:r>
              <a:t>⚡ 原生性能</a:t>
            </a:r>
          </a:p>
        </p:txBody>
      </p:sp>
      <p:sp>
        <p:nvSpPr>
          <p:cNvPr id="116" name="TextBox 105"/>
          <p:cNvSpPr txBox="1"/>
          <p:nvPr/>
        </p:nvSpPr>
        <p:spPr>
          <a:xfrm>
            <a:off x="4251960" y="1553845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GPU 加速 60fps，无桥接开销</a:t>
            </a:r>
          </a:p>
        </p:txBody>
      </p:sp>
      <p:sp>
        <p:nvSpPr>
          <p:cNvPr id="117" name="TextBox 106"/>
          <p:cNvSpPr txBox="1"/>
          <p:nvPr/>
        </p:nvSpPr>
        <p:spPr>
          <a:xfrm>
            <a:off x="8046720" y="1370965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A34A"/>
                </a:solidFill>
              </a:defRPr>
            </a:pPr>
            <a:r>
              <a:t>🚀 极致体验</a:t>
            </a:r>
          </a:p>
        </p:txBody>
      </p:sp>
      <p:sp>
        <p:nvSpPr>
          <p:cNvPr id="118" name="TextBox 107"/>
          <p:cNvSpPr txBox="1"/>
          <p:nvPr/>
        </p:nvSpPr>
        <p:spPr>
          <a:xfrm>
            <a:off x="8046720" y="1553845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毫秒热重载，全平台单代码库</a:t>
            </a:r>
          </a:p>
        </p:txBody>
      </p:sp>
      <p:sp>
        <p:nvSpPr>
          <p:cNvPr id="119" name="TextBox 108"/>
          <p:cNvSpPr txBox="1"/>
          <p:nvPr/>
        </p:nvSpPr>
        <p:spPr>
          <a:xfrm>
            <a:off x="365760" y="625475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"预测未来的最好方式是创造它。" — Alan Kay</a:t>
            </a:r>
          </a:p>
        </p:txBody>
      </p:sp>
      <p:sp>
        <p:nvSpPr>
          <p:cNvPr id="120" name="TextBox 109"/>
          <p:cNvSpPr txBox="1"/>
          <p:nvPr/>
        </p:nvSpPr>
        <p:spPr>
          <a:xfrm>
            <a:off x="8595360" y="182816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github.com/makepad/makepad  |  robius.rs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870</Words>
  <Application>WPS 文字</Application>
  <PresentationFormat>On-screen Show (4:3)</PresentationFormat>
  <Paragraphs>130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Arial</vt:lpstr>
      <vt:lpstr>汉仪书宋二KW</vt:lpstr>
      <vt:lpstr>Calibri</vt:lpstr>
      <vt:lpstr>Helvetica Neue</vt:lpstr>
      <vt:lpstr>宋体</vt:lpstr>
      <vt:lpstr>Apple Color Emoji</vt:lpstr>
      <vt:lpstr>微软雅黑</vt:lpstr>
      <vt:lpstr>汉仪旗黑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Alex</cp:lastModifiedBy>
  <cp:revision>4</cp:revision>
  <dcterms:created xsi:type="dcterms:W3CDTF">2026-01-27T14:22:32Z</dcterms:created>
  <dcterms:modified xsi:type="dcterms:W3CDTF">2026-01-27T14:22:32Z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EFFB14EF3FC13F62BEC97869A234398C_42</vt:lpwstr>
  </property>
</Properties>
</file>