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1270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Splash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AI 时代的原生 UI 语言 — 让 AI 说人话，让 UI 写自己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2311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B4FC"/>
                </a:solidFill>
              </a:defRPr>
            </a:pPr>
            <a:r>
              <a:t>架构层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95855"/>
            <a:ext cx="5303520" cy="640080"/>
          </a:xfrm>
          <a:prstGeom prst="roundRect">
            <a:avLst/>
          </a:prstGeom>
          <a:solidFill>
            <a:srgbClr val="2D1F3D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4157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84FC"/>
                </a:solidFill>
              </a:defRPr>
            </a:pPr>
            <a:r>
              <a:t>AI Agent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41575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84FC"/>
                </a:solidFill>
              </a:defRPr>
            </a:pPr>
            <a:r>
              <a:t>LLM /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10180"/>
            <a:ext cx="1463040" cy="25603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32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Natural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710180"/>
            <a:ext cx="1463040" cy="25603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74332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Intent Parser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710180"/>
            <a:ext cx="1463040" cy="25603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74332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Code Generator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24530"/>
            <a:ext cx="5303520" cy="960119"/>
          </a:xfrm>
          <a:prstGeom prst="roundRect">
            <a:avLst/>
          </a:prstGeom>
          <a:solidFill>
            <a:srgbClr val="1E1E3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5310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</a:defRPr>
            </a:pPr>
            <a:r>
              <a:t>Splash Script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53105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18CF8"/>
                </a:solidFill>
              </a:defRPr>
            </a:pPr>
            <a:r>
              <a:t>Splash DSL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1715"/>
            <a:ext cx="1463040" cy="2560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1772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Script Parser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561715"/>
            <a:ext cx="1463040" cy="2560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61772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Live Compiler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3561715"/>
            <a:ext cx="1463040" cy="2560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361772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Hot Reload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81755"/>
            <a:ext cx="1463040" cy="2560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3776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Widget Builder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3881755"/>
            <a:ext cx="1463040" cy="2560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93776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Layout Engine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3881755"/>
            <a:ext cx="1463040" cy="2560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393776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Event Binding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321810"/>
            <a:ext cx="5303520" cy="960119"/>
          </a:xfrm>
          <a:prstGeom prst="roundRect">
            <a:avLst/>
          </a:prstGeom>
          <a:solidFill>
            <a:srgbClr val="0F2A2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3275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E8F9"/>
                </a:solidFill>
              </a:defRPr>
            </a:pPr>
            <a:r>
              <a:t>Makepad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3275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7E8F9"/>
                </a:solidFill>
              </a:defRPr>
            </a:pPr>
            <a:r>
              <a:t>Rust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607560"/>
            <a:ext cx="1463040" cy="2560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62927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Widgets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4607560"/>
            <a:ext cx="1463040" cy="2560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462927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Rendering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31920" y="4607560"/>
            <a:ext cx="1463040" cy="2560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462927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Animation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927600"/>
            <a:ext cx="1463040" cy="2560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94931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GPU Shaders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0" y="4927600"/>
            <a:ext cx="1463040" cy="2560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0" y="494931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Layout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1920" y="4927600"/>
            <a:ext cx="1463040" cy="2560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494931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Events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419090"/>
            <a:ext cx="5303520" cy="640080"/>
          </a:xfrm>
          <a:prstGeom prst="roundRect">
            <a:avLst/>
          </a:prstGeom>
          <a:solidFill>
            <a:srgbClr val="2F1F0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4076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DBA74"/>
                </a:solidFill>
              </a:defRPr>
            </a:pPr>
            <a:r>
              <a:t>Platform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5481955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DBA74"/>
                </a:solidFill>
              </a:defRPr>
            </a:pPr>
            <a:r>
              <a:t>Native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699125"/>
            <a:ext cx="73152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094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macOS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71600" y="5699125"/>
            <a:ext cx="73152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57094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Windows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5699125"/>
            <a:ext cx="73152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94560" y="57094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0" y="5699125"/>
            <a:ext cx="73152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57094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iOS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40479" y="5699125"/>
            <a:ext cx="73152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79" y="57094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Android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63440" y="5699125"/>
            <a:ext cx="73152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0" y="57094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WASM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29325" y="195453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B4FC"/>
                </a:solidFill>
              </a:defRPr>
            </a:pPr>
            <a:r>
              <a:t>应用场景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80760" y="2366010"/>
            <a:ext cx="2743200" cy="411480"/>
          </a:xfrm>
          <a:prstGeom prst="roundRect">
            <a:avLst/>
          </a:prstGeom>
          <a:solidFill>
            <a:srgbClr val="1E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72200" y="245745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</a:defRPr>
            </a:pPr>
            <a:r>
              <a:t>🤖 AI Agent 动态生成界面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06840" y="2366010"/>
            <a:ext cx="2743200" cy="411480"/>
          </a:xfrm>
          <a:prstGeom prst="roundRect">
            <a:avLst/>
          </a:prstGeom>
          <a:solidFill>
            <a:srgbClr val="1E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98279" y="245745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</a:defRPr>
            </a:pPr>
            <a:r>
              <a:t>📊 实时数据仪表盘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80760" y="2868930"/>
            <a:ext cx="2743200" cy="411480"/>
          </a:xfrm>
          <a:prstGeom prst="roundRect">
            <a:avLst/>
          </a:prstGeom>
          <a:solidFill>
            <a:srgbClr val="1E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296037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</a:defRPr>
            </a:pPr>
            <a:r>
              <a:t>💬 对话式 UI 原型设计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06840" y="2868930"/>
            <a:ext cx="2743200" cy="411480"/>
          </a:xfrm>
          <a:prstGeom prst="roundRect">
            <a:avLst/>
          </a:prstGeom>
          <a:solidFill>
            <a:srgbClr val="1E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98279" y="296037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</a:defRPr>
            </a:pPr>
            <a:r>
              <a:t>📱 跨平台应用快速开发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35040" y="341757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B4FC"/>
                </a:solidFill>
              </a:defRPr>
            </a:pPr>
            <a:r>
              <a:t>核心技术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35040" y="3737610"/>
            <a:ext cx="27432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26480" y="381076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⚡ 60fps GPU 渲染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80785" y="403021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媲美游戏引擎的流畅动画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961120" y="3737610"/>
            <a:ext cx="27432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52559" y="381076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🦀 Rust 编译原生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24009" y="4034663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脚本编译为原生代码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35040" y="4377690"/>
            <a:ext cx="27432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0" y="445084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🔄 毫秒级热重载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92215" y="467029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代码改动即时生效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61120" y="4377690"/>
            <a:ext cx="27432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52559" y="445084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🌍 全平台支持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24009" y="467029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Desktop / Mobile / Web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35040" y="49809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B4FC"/>
                </a:solidFill>
              </a:defRPr>
            </a:pPr>
            <a:r>
              <a:t>竞争优势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035040" y="5337810"/>
            <a:ext cx="5852160" cy="329184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126480" y="5365369"/>
            <a:ext cx="1005840" cy="219456"/>
          </a:xfrm>
          <a:prstGeom prst="roundRect">
            <a:avLst/>
          </a:prstGeom>
          <a:solidFill>
            <a:srgbClr val="3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26480" y="536524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97316"/>
                </a:solidFill>
              </a:defRPr>
            </a:pPr>
            <a:r>
              <a:t>vs Figma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69480" y="5374005"/>
            <a:ext cx="172085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4FC"/>
                </a:solidFill>
              </a:defRPr>
            </a:pPr>
            <a:r>
              <a:t>生成真正可运行的原生应用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35040" y="5703443"/>
            <a:ext cx="5852160" cy="329184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126480" y="5758307"/>
            <a:ext cx="1005840" cy="219456"/>
          </a:xfrm>
          <a:prstGeom prst="roundRect">
            <a:avLst/>
          </a:prstGeom>
          <a:solidFill>
            <a:srgbClr val="3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26480" y="575818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97316"/>
                </a:solidFill>
              </a:defRPr>
            </a:pPr>
            <a:r>
              <a:t>vs Flutter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69480" y="5758180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4FC"/>
                </a:solidFill>
              </a:defRPr>
            </a:pPr>
            <a:r>
              <a:t>AI-First 架构，动态生成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035040" y="6060186"/>
            <a:ext cx="5852160" cy="329184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126480" y="6142354"/>
            <a:ext cx="1005840" cy="219456"/>
          </a:xfrm>
          <a:prstGeom prst="roundRect">
            <a:avLst/>
          </a:prstGeom>
          <a:solidFill>
            <a:srgbClr val="3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26480" y="6113653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97316"/>
                </a:solidFill>
              </a:defRPr>
            </a:pPr>
            <a:r>
              <a:t>vs React Native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69480" y="6114923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4FC"/>
                </a:solidFill>
              </a:defRPr>
            </a:pPr>
            <a:r>
              <a:t>纯 Rust 栈，无 JS 桥接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29325" y="6417564"/>
            <a:ext cx="5852160" cy="329184"/>
          </a:xfrm>
          <a:prstGeom prst="round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126480" y="6472427"/>
            <a:ext cx="1005840" cy="219456"/>
          </a:xfrm>
          <a:prstGeom prst="roundRect">
            <a:avLst/>
          </a:prstGeom>
          <a:solidFill>
            <a:srgbClr val="3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26480" y="6472301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97316"/>
                </a:solidFill>
              </a:defRPr>
            </a:pPr>
            <a:r>
              <a:t>vs 传统开发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69480" y="6471666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4FC"/>
                </a:solidFill>
              </a:defRPr>
            </a:pPr>
            <a:r>
              <a:t>自然语言 → UI，10x 效率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62814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"预测未来的最好方式是创造它。" — Alan Kay</a:t>
            </a:r>
          </a:p>
        </p:txBody>
      </p:sp>
      <p:sp>
        <p:nvSpPr>
          <p:cNvPr id="111" name="Rounded Rectangle 100"/>
          <p:cNvSpPr/>
          <p:nvPr/>
        </p:nvSpPr>
        <p:spPr>
          <a:xfrm>
            <a:off x="436880" y="933450"/>
            <a:ext cx="11313160" cy="914400"/>
          </a:xfrm>
          <a:prstGeom prst="roundRect">
            <a:avLst/>
          </a:prstGeom>
          <a:solidFill>
            <a:srgbClr val="18182F"/>
          </a:solidFill>
          <a:ln w="12700">
            <a:solidFill>
              <a:srgbClr val="3F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01"/>
          <p:cNvSpPr txBox="1"/>
          <p:nvPr/>
        </p:nvSpPr>
        <p:spPr>
          <a:xfrm>
            <a:off x="548640" y="1014095"/>
            <a:ext cx="110642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Splash 是专为 AI 时代设计的下一代 UI 开发语言。将自然语言理解与原生性能渲染深度融合，让开发者和 AI Agent 通过简单指令实时生成高性能跨平台界面。基于 Makepad 框架和 Rust 语言，在保持脚本灵活性的同时实现</a:t>
            </a:r>
            <a:r>
              <a:rPr lang="zh-CN"/>
              <a:t>与</a:t>
            </a:r>
            <a:r>
              <a:rPr lang="en-US" altLang="zh-CN"/>
              <a:t> Rust </a:t>
            </a:r>
            <a:r>
              <a:rPr lang="zh-CN" altLang="en-US"/>
              <a:t>语言无缝交互</a:t>
            </a:r>
            <a:r>
              <a:t>。</a:t>
            </a:r>
          </a:p>
        </p:txBody>
      </p:sp>
      <p:sp>
        <p:nvSpPr>
          <p:cNvPr id="113" name="TextBox 102"/>
          <p:cNvSpPr txBox="1"/>
          <p:nvPr/>
        </p:nvSpPr>
        <p:spPr>
          <a:xfrm>
            <a:off x="502920" y="142811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855F7"/>
                </a:solidFill>
              </a:defRPr>
            </a:pPr>
            <a:r>
              <a:t>🤖 AI-First</a:t>
            </a:r>
          </a:p>
        </p:txBody>
      </p:sp>
      <p:sp>
        <p:nvSpPr>
          <p:cNvPr id="114" name="TextBox 103"/>
          <p:cNvSpPr txBox="1"/>
          <p:nvPr/>
        </p:nvSpPr>
        <p:spPr>
          <a:xfrm>
            <a:off x="502920" y="1610995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原生支持 LLM 输出，流式生成渲染</a:t>
            </a:r>
          </a:p>
        </p:txBody>
      </p:sp>
      <p:sp>
        <p:nvSpPr>
          <p:cNvPr id="115" name="TextBox 104"/>
          <p:cNvSpPr txBox="1"/>
          <p:nvPr/>
        </p:nvSpPr>
        <p:spPr>
          <a:xfrm>
            <a:off x="4297680" y="142811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</a:defRPr>
            </a:pPr>
            <a:r>
              <a:t>⚡ 原生性能</a:t>
            </a:r>
          </a:p>
        </p:txBody>
      </p:sp>
      <p:sp>
        <p:nvSpPr>
          <p:cNvPr id="116" name="TextBox 105"/>
          <p:cNvSpPr txBox="1"/>
          <p:nvPr/>
        </p:nvSpPr>
        <p:spPr>
          <a:xfrm>
            <a:off x="4297680" y="1610995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GPU 加速 60fps，无桥接开销</a:t>
            </a:r>
          </a:p>
        </p:txBody>
      </p:sp>
      <p:sp>
        <p:nvSpPr>
          <p:cNvPr id="117" name="TextBox 106"/>
          <p:cNvSpPr txBox="1"/>
          <p:nvPr/>
        </p:nvSpPr>
        <p:spPr>
          <a:xfrm>
            <a:off x="8092440" y="142811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</a:defRPr>
            </a:pPr>
            <a:r>
              <a:t>🚀 极致体验</a:t>
            </a:r>
          </a:p>
        </p:txBody>
      </p:sp>
      <p:sp>
        <p:nvSpPr>
          <p:cNvPr id="118" name="TextBox 107"/>
          <p:cNvSpPr txBox="1"/>
          <p:nvPr/>
        </p:nvSpPr>
        <p:spPr>
          <a:xfrm>
            <a:off x="8092440" y="1610995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毫秒热重载，全平台单代码库</a:t>
            </a:r>
          </a:p>
        </p:txBody>
      </p:sp>
      <p:sp>
        <p:nvSpPr>
          <p:cNvPr id="119" name="TextBox 109"/>
          <p:cNvSpPr txBox="1"/>
          <p:nvPr/>
        </p:nvSpPr>
        <p:spPr>
          <a:xfrm>
            <a:off x="8589010" y="18973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github.com/makepad/makepad  |  robius.rs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</Words>
  <Application>WPS 文字</Application>
  <PresentationFormat>On-screen Show (4:3)</PresentationFormat>
  <Paragraphs>130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宋体</vt:lpstr>
      <vt:lpstr>Apple Color Emoji</vt:lpstr>
      <vt:lpstr>微软雅黑</vt:lpstr>
      <vt:lpstr>汉仪旗黑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Alex</cp:lastModifiedBy>
  <cp:revision>5</cp:revision>
  <dcterms:created xsi:type="dcterms:W3CDTF">2026-01-27T14:18:22Z</dcterms:created>
  <dcterms:modified xsi:type="dcterms:W3CDTF">2026-01-27T14:18:22Z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9DD2126014E635D2E1C678690CDFC094_42</vt:lpwstr>
  </property>
</Properties>
</file>